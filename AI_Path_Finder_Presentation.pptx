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0" y="1554480"/>
            <a:ext cx="2926080" cy="347472"/>
          </a:xfrm>
          <a:prstGeom prst="roundRect">
            <a:avLst/>
          </a:prstGeom>
          <a:solidFill>
            <a:srgbClr val="1E3A8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NEXT-GEN ADAPTIVE EDTECH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AI Path Finder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29184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EA5E9"/>
                </a:solidFill>
              </a:defRPr>
            </a:pPr>
            <a:r>
              <a:t>Personalized Learning Path Recommender with Real-Time Adaptation &amp; AI Mentorship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411480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Combines NLP profile extraction, 8-factor recommendation algorithms, adaptive feedback loops, and LLM-powered context mentorship into an end-to-end learning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502920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Full-Stack Project: FastAPI + React TypeScript + Google Gemini AI + SQLite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PROBLEM &amp; SOLUTION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The Challenge vs. 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1B2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7171"/>
                </a:solidFill>
              </a:defRPr>
            </a:pPr>
            <a:r>
              <a:t>❌ The Modern Learning Crisis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• Information Overload: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Learners are overwhelmed by thousands of disconnected courses, videos, and tutorials without clear structure.</a:t>
            </a:r>
            <a:br/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One-Size-Fits-All Roadmaps: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Static curriculums ignore individual prior knowledge, unique career goals, and realistic weekly time commitments.</a:t>
            </a:r>
            <a:br/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Static &amp; Non-Adaptive: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Traditional platforms do not adapt when content is too difficult, too easy, or when learner goals evolve.</a:t>
            </a:r>
            <a:br/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No Active Feedback Guidance: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Learners get stuck without contextual mentorship or clear insight into their real skill gaps.</a:t>
            </a:r>
            <a:br/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1223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✨ The AI Path Finder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• Natural Language Profiling: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Learners express background &amp; career targets in plain English; AI parses precise skills and timelines.</a:t>
            </a:r>
            <a:br/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Dynamic 8-Factor Roadmaps: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Tailored phased roadmaps that calculate difficulty, prerequisites, and milestone projects.</a:t>
            </a:r>
            <a:br/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Real-Time Adaptive Engine: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Instant curriculum restructuring on learner feedback (Too Hard / Too Easy / Skip / Pace).</a:t>
            </a:r>
            <a:br/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24/7 Context-Grounded AI Mentor: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An LLM assistant that knows the learner's exact progress, roadmaps, and weak skills.</a:t>
            </a:r>
            <a:b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FEATURE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Core Features &amp; System Capabilities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🎯 NLP Profile Extraction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Extracts target roles, current skill levels, weekly bandwidth, and target completion dates from natural language.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📊 Skill Gap Radar Analysis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Compares learner capabilities against industry target role benchmarks with priority rankings.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🗺️ Phased Smart Roadmaps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Multi-stage milestones, hands-on projects, estimated hours, and prerequisite dependencies.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33832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🧠 24/7 AI Mentor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Context-aware chatbot with full access to the learner's live progress, goals, and learning bottlenecks.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840480"/>
            <a:ext cx="33832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02336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⚡ Dynamic Adaptation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Real-time adjustments when users rate modules (too easy/hard), adding prerequisites or skipping steps.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840480"/>
            <a:ext cx="33832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02336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📝 AI Quizzes &amp; Mastery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Automated skill assessments with immediate feedback and automatic proficiency score updates.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SYSTEM DESIGN &amp;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7276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1. Presentation Layer (Frontend)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React 19 + TypeScript + Vite</a:t>
            </a:r>
            <a:br/>
            <a:r>
              <a:t>• Responsive Dashboard, Radar Chart, Roadmap Visualizer</a:t>
            </a:r>
            <a:br/>
            <a:r>
              <a:t>• Interactive AI Mentor Chat &amp; Assessment Studio</a:t>
            </a:r>
            <a:br/>
            <a:r>
              <a:t>• State synchronization via RESTful API clients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10728655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6148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2. API &amp; Application Gateway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FastAPI (Python 3.10+)</a:t>
            </a:r>
            <a:br/>
            <a:r>
              <a:t>• High-performance asynchronous endpoints</a:t>
            </a:r>
            <a:br/>
            <a:r>
              <a:t>• Pydantic validation schemas &amp; request pipelines</a:t>
            </a:r>
            <a:br/>
            <a:r>
              <a:t>• CORS middleware &amp; clean modular routing 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728655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5020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3. Intelligence &amp; Adaptation Core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Hybrid AI &amp; Recommendation Engines</a:t>
            </a:r>
            <a:br/>
            <a:r>
              <a:t>• Google Gemini AI integration (with deterministic offline fallback)</a:t>
            </a:r>
            <a:br/>
            <a:r>
              <a:t>• 8-Factor scoring matrix &amp; heuristic gap analyzer</a:t>
            </a:r>
            <a:br/>
            <a:r>
              <a:t>• Real-time adaptation feedback handler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728655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3892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4. Persistence &amp; Data Layer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SQLAlchemy ORM + SQLite / AsyncIO</a:t>
            </a:r>
            <a:br/>
            <a:r>
              <a:t>• Learners, Skill Gaps, Roadmap Items, Feedback &amp; Quiz models</a:t>
            </a:r>
            <a:br/>
            <a:r>
              <a:t>• Seed data engine with Alex Chen pre-loaded demo profile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INTELLIGENT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8-Factor Recommendation Scoring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11480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How the Algorithm Works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The engine calculates a dynamic 'Next Best Action' recommendation for every learner.</a:t>
            </a:r>
            <a:br/>
            <a:br/>
            <a:r>
              <a:t>Each candidate topic and project is evaluated against 8 weighted multi-dimensional variables.</a:t>
            </a:r>
            <a:br/>
            <a:br/>
            <a:r>
              <a:t>High confidence recommendations prioritize items with prerequisite fulfillment and critical skill gaps.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463040"/>
            <a:ext cx="3063240" cy="1005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57800" y="1554480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Goal Alignment  •  25%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Matches target career role requirements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463040"/>
            <a:ext cx="3063240" cy="1005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1554480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366F1"/>
                </a:solidFill>
              </a:defRPr>
            </a:pPr>
            <a:r>
              <a:t>Skill Gap Criticality  •  20%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Focuses on largest deficiency areas first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2606040"/>
            <a:ext cx="3063240" cy="1005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2697480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Prerequisites Met  •  15%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Ensures foundational knowledge is mastered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606040"/>
            <a:ext cx="3063240" cy="1005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697480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Difficulty Match  •  10%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Calibrates challenge to learner's current level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3749039"/>
            <a:ext cx="3063240" cy="1005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3840479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Learning Style Fit  •  10%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Adapts to visual, practical, or theoretical preference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3749039"/>
            <a:ext cx="3063240" cy="1005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3840479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Time Availability  •  10%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Aligns estimated item hours with weekly bandwidth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4892040"/>
            <a:ext cx="3063240" cy="1005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4983480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Progress Momentum  •  5%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Rewards consistency and recent completions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4892040"/>
            <a:ext cx="3063240" cy="100584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4983480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366F1"/>
                </a:solidFill>
              </a:defRPr>
            </a:pPr>
            <a:r>
              <a:t>Feedback Signals  •  5%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Incorporates learner pacing &amp; difficulty ratings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CONTINUOUS PERSONALIZATION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Real-Time Adaptive Learning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📉 Too Difficult Rating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Engine injects intermediate sub-topics and supplementary beginner-friendly exercises into the roadmap before advancing.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⚡ Too Easy Rating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Automatically condenses the module, marks foundational milestones as completed, and accelerates path to advanced projects.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120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2336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⏭️ Skip Topic Trigger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Flags item as bypassed, updates prerequisite dependency graph, and re-optimizes remaining roadmap sequence.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40480"/>
            <a:ext cx="52120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02336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⏱️ Pacing / Bandwidth Change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Learner alters available weekly hours -&gt; Engine re-computes target completion dates and milestone deliverables.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CONVERSATIONAL &amp; ASSESSMENT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Grounded AI Mentor &amp; Skill Assessments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💬 24/7 Context-Grounded AI Mentor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Fully Grounded in Student State: Injects current progress (e.g. 28.5%), target role (e.g. Backend Java Dev), and skill gaps into prompt context.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Zero Hallucination of Progress: Never assumes learner status—reads live SQLite DB records.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Actionable Guidance: Explains complex topics, recommends specific next roadmap steps, and debugs code snippets.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Hybrid AI Provider: Uses Google Gemini models with full deterministic offline fallback.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📝 Dynamic AI Skill Assessments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Targeted Topic Quizzes: Generates multi-choice and scenario questions matched to current roadmap module.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Instant Grading &amp; Explanations: Explains why choices are right/wrong to reinforce deep concept mastery.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Automated Skill Score Updating: Passing an assessment directly updates the learner's skill gap rating (e.g. Core Java 3.5 -&gt; 4.5/5).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Adaptive Difficulty: Questions scale in complexity based on previous test scores.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FULL-STACK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Technical Stack &amp; Engineering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Frontend Technologies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✔ React 19 with TypeScript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✔ Vite (Lightning Fast HMR)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✔ Lucide React Icons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✔ Radar &amp; Progress Visualizations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✔ Tailored CSS Theme &amp; Glassmorphism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✔ Modular Component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Backend Technologies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✔ FastAPI Asynchronous Framework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✔ SQLAlchemy 2.0 Async ORM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✔ AioSQLite Database Engine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✔ Pydantic V2 Schema Validation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✔ Uvicorn ASGI Server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✔ HTTPX Async Client for AI APIs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AI &amp; Recommendation Core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✔ Google Gemini AI SDK &amp; REST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✔ Zero-Key Deterministic Fallback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✔ NLP Entity &amp; Skill Extraction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✔ 8-Factor Weighted Scoring Engine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✔ Dynamic Quiz Generation Engine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✔ Prerequisite DAG Validation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DEMO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Live Demo Case Study: Alex Chen 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👤 Pre-Seeded Learner: Alex Chen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br/>
            <a:r>
              <a:t>• Target Career Role: Backend Java Developer (Enterprise)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br/>
            <a:r>
              <a:t>• Current Skill Baseline: Core Java (3.5/5), SQL (3.0/5), OOP (3.5/5)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br/>
            <a:r>
              <a:t>• Critical Skill Gaps: Spring Boot (1.0/5), Microservices (0.5/5), Redis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br/>
            <a:r>
              <a:t>• Weekly Commitment: 10 Hours / week with target date in 6 months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br/>
            <a:r>
              <a:t>• Current Progress: 28.5% Completed (3 of 12 roadmap items finished)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br/>
            <a:r>
              <a:t>• Active Streak: 12 Consecutive Days · 34.5 Total Hours Learned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📊 Interactive Workflow in Demo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1. Instant Demo Login: One-click load bypassing cold-start onboarding.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2. Radar Visualization: View live gap comparison vs. industry target requirements.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3. Interactive Roadmap: Toggle item statuses, view prerequisites, milestones, and projects.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4. Live Adaptive Feedback: Rate a module 'Too Hard' to watch the curriculum adapt.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5. AI Mentor Chat: Ask questions like 'Why do I need Redis caching?' and receive tailored answers.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6. Skill Quiz Studio: Take a quiz on Spring Boot to boost mastery scores.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Future Innovations &amp; Scalability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Multi-Agent Collaborative Mentorship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Specialized AI agents for code review, resume optimization, and mock technical interviews.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Enterprise &amp; LMS Integrations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Seamless connectors for Canvas, Moodle, Coursera, GitHub, and corporate HR platforms (Workday).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Interactive Code Sandbox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In-browser live code execution environment for instant project validation and debugging.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33832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Peer &amp; Cohort Learning Tracks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Matching learners with similar paths for peer accountability, group projects, and study sessions.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840480"/>
            <a:ext cx="33832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02336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Mobile Application (iOS/Android)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Bite-sized mobile micro-learning assessments, streak notifications, and audio mentor mode.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840480"/>
            <a:ext cx="33832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02336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Automated Resume &amp; Portfolio Sync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Auto-generating verifiable GitHub project badges and LinkedIn skill verification credentials.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THANK YOU /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Project Summary &amp; Resources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463040"/>
            <a:ext cx="9448495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828800"/>
            <a:ext cx="8534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AI Path Finder — Bridging the Gap from Learner to Professional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br/>
            <a:r>
              <a:t>📌 GitHub Repository: https://github.com/arunkumarar45/AI-Path-Finder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br/>
            <a:r>
              <a:t>📌 Key Innovation: Dynamic, real-time adaptation loop connecting feedback to 8-factor recommendation algorithms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br/>
            <a:r>
              <a:t>📌 AI Strategy: Hybrid Gemini LLM + Offline deterministic fallback ensuring 100% platform availability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br/>
            <a:r>
              <a:t>📌 Architecture: Modern React 19 Frontend + High Performance FastAPI Backend + SQLite Async ORM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br/>
            <a:r>
              <a:t>📌 Demo Mode: Full out-of-the-box interactive persona (Alex Chen) pre-loaded with rich data</a:t>
            </a:r>
          </a:p>
          <a:p>
            <a:br/>
            <a:pPr>
              <a:defRPr sz="1400" b="1">
                <a:solidFill>
                  <a:srgbClr val="10B981"/>
                </a:solidFill>
              </a:defRPr>
            </a:pPr>
            <a:r>
              <a:t>Thank You! Open for Questions &amp;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